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4630400" cy="8229600"/>
  <p:notesSz cx="8229600" cy="14630400"/>
  <p:embeddedFontLs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  <p:embeddedFont>
      <p:font typeface="Inter"/>
      <p:regular r:id="rId28"/>
    </p:embeddedFont>
    <p:embeddedFont>
      <p:font typeface="Inter"/>
      <p:regular r:id="rId29"/>
    </p:embeddedFont>
    <p:embeddedFont>
      <p:font typeface="Inter"/>
      <p:regular r:id="rId30"/>
    </p:embeddedFont>
    <p:embeddedFont>
      <p:font typeface="Inter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jmethew765-ml4.hf.space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slideLayout" Target="../slideLayouts/slideLayout14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5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6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jmethew765-ml4.hf.space/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968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CMSVS — Hosted Multimodal Document Validation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508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system for extracting entities from documents and validating document pairs through a live hosted application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318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Demo: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https://jmethew765-ml4.hf.space/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806553"/>
            <a:ext cx="13042821" cy="1690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5135285"/>
            <a:ext cx="13042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Contributors: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Mallesh Mayara (21f2001118)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Mayank Dode (22f1000781)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Karthik Ganesh (21f2000775)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 Verma (21f3000500)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22340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661279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validation and comparison are still largely manual in many real-world workflows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758" y="2199442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often need to review PDFs, scanned documents, or forms and verify whether important values match across files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758" y="2737604"/>
            <a:ext cx="131668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process is slow, repetitive, and prone to inconsistency, especially when documents are long, differently formatted, or partially unclear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758" y="366938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challenges: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731758" y="4285059"/>
            <a:ext cx="6487001" cy="1401366"/>
          </a:xfrm>
          <a:prstGeom prst="roundRect">
            <a:avLst>
              <a:gd name="adj" fmla="val 626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618" y="4307919"/>
            <a:ext cx="6441281" cy="627221"/>
          </a:xfrm>
          <a:prstGeom prst="roundRect">
            <a:avLst>
              <a:gd name="adj" fmla="val 9629"/>
            </a:avLst>
          </a:prstGeom>
          <a:solidFill>
            <a:srgbClr val="DADBF1"/>
          </a:solidFill>
          <a:ln/>
        </p:spPr>
      </p:sp>
      <p:sp>
        <p:nvSpPr>
          <p:cNvPr id="9" name="Text 7"/>
          <p:cNvSpPr/>
          <p:nvPr/>
        </p:nvSpPr>
        <p:spPr>
          <a:xfrm>
            <a:off x="3818453" y="4421624"/>
            <a:ext cx="313611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963692" y="5127903"/>
            <a:ext cx="3238857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review takes time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7411522" y="4285059"/>
            <a:ext cx="6487120" cy="1401366"/>
          </a:xfrm>
          <a:prstGeom prst="roundRect">
            <a:avLst>
              <a:gd name="adj" fmla="val 626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34382" y="4307919"/>
            <a:ext cx="6441400" cy="627221"/>
          </a:xfrm>
          <a:prstGeom prst="roundRect">
            <a:avLst>
              <a:gd name="adj" fmla="val 9629"/>
            </a:avLst>
          </a:prstGeom>
          <a:solidFill>
            <a:srgbClr val="DADB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98217" y="4421624"/>
            <a:ext cx="313611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50" dirty="0"/>
          </a:p>
        </p:txBody>
      </p:sp>
      <p:sp>
        <p:nvSpPr>
          <p:cNvPr id="14" name="Text 12"/>
          <p:cNvSpPr/>
          <p:nvPr/>
        </p:nvSpPr>
        <p:spPr>
          <a:xfrm>
            <a:off x="7643455" y="5127903"/>
            <a:ext cx="477440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mismatches can be missed</a:t>
            </a:r>
            <a:endParaRPr lang="en-US" sz="2050" dirty="0"/>
          </a:p>
        </p:txBody>
      </p:sp>
      <p:sp>
        <p:nvSpPr>
          <p:cNvPr id="15" name="Shape 13"/>
          <p:cNvSpPr/>
          <p:nvPr/>
        </p:nvSpPr>
        <p:spPr>
          <a:xfrm>
            <a:off x="731758" y="5879187"/>
            <a:ext cx="6487001" cy="1727954"/>
          </a:xfrm>
          <a:prstGeom prst="roundRect">
            <a:avLst>
              <a:gd name="adj" fmla="val 508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618" y="5902047"/>
            <a:ext cx="6441281" cy="627221"/>
          </a:xfrm>
          <a:prstGeom prst="roundRect">
            <a:avLst>
              <a:gd name="adj" fmla="val 9629"/>
            </a:avLst>
          </a:prstGeom>
          <a:solidFill>
            <a:srgbClr val="DADBF1"/>
          </a:solidFill>
          <a:ln/>
        </p:spPr>
      </p:sp>
      <p:sp>
        <p:nvSpPr>
          <p:cNvPr id="17" name="Text 15"/>
          <p:cNvSpPr/>
          <p:nvPr/>
        </p:nvSpPr>
        <p:spPr>
          <a:xfrm>
            <a:off x="3818453" y="6015752"/>
            <a:ext cx="313611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963692" y="6722031"/>
            <a:ext cx="602313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Different document formats make comparison harder</a:t>
            </a:r>
            <a:endParaRPr lang="en-US" sz="2050" dirty="0"/>
          </a:p>
        </p:txBody>
      </p:sp>
      <p:sp>
        <p:nvSpPr>
          <p:cNvPr id="19" name="Shape 17"/>
          <p:cNvSpPr/>
          <p:nvPr/>
        </p:nvSpPr>
        <p:spPr>
          <a:xfrm>
            <a:off x="7411522" y="5879187"/>
            <a:ext cx="6487120" cy="1727954"/>
          </a:xfrm>
          <a:prstGeom prst="roundRect">
            <a:avLst>
              <a:gd name="adj" fmla="val 508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382" y="5902047"/>
            <a:ext cx="6441400" cy="627221"/>
          </a:xfrm>
          <a:prstGeom prst="roundRect">
            <a:avLst>
              <a:gd name="adj" fmla="val 9629"/>
            </a:avLst>
          </a:prstGeom>
          <a:solidFill>
            <a:srgbClr val="DADB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498217" y="6015752"/>
            <a:ext cx="313611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7643455" y="6722031"/>
            <a:ext cx="6023253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users need faster and more reliable validation support</a:t>
            </a:r>
            <a:endParaRPr lang="en-US" sz="2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47807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 &amp;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23737" y="1356360"/>
            <a:ext cx="1198280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of CMSVS is to build a practical system that can automatically read documents, extract important information, and validate whether two documents agree semantically.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23737" y="1996440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23737" y="2391251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23737" y="2663428"/>
            <a:ext cx="390560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323737" y="2795945"/>
            <a:ext cx="390560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both PDFs and image/scanned documents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62218" y="2391251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62218" y="2663428"/>
            <a:ext cx="390572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362218" y="2795945"/>
            <a:ext cx="3905726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structured entities from a single document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00818" y="2391251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400818" y="2663428"/>
            <a:ext cx="390572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400818" y="2795945"/>
            <a:ext cx="390572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entity values across document pairs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23737" y="3549491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23737" y="3821668"/>
            <a:ext cx="592490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1323737" y="3954185"/>
            <a:ext cx="59249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simple hosted interface for user interaction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81518" y="3549491"/>
            <a:ext cx="347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81518" y="3821668"/>
            <a:ext cx="592502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7381518" y="3954185"/>
            <a:ext cx="5925026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reuse across domains through configuration-driven design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3737" y="4529018"/>
            <a:ext cx="2195274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Stages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3737" y="4999673"/>
            <a:ext cx="11982807" cy="228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problem and project requirements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and prepare document data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document ingestion for PDFs and images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text and structured entities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semantic comparison logic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the hosted user interface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7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and refine the end-to-end workflow</a:t>
            </a:r>
            <a:endParaRPr lang="en-US" sz="1350" dirty="0"/>
          </a:p>
          <a:p>
            <a:pPr algn="l" marL="342900" indent="-342900">
              <a:lnSpc>
                <a:spcPts val="1900"/>
              </a:lnSpc>
              <a:buSzPct val="100000"/>
              <a:buFont typeface="+mj-lt"/>
              <a:buAutoNum type="arabicPeriod" startAt="8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system for practical use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23737" y="7436406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Rather than just building a model, we focused on creating a system that's actually usable end-to-end.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24113"/>
            <a:ext cx="6757273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&amp; Configuration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4628" y="1422202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follows a pipeline-based methodology for document understanding and validation.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34628" y="1930122"/>
            <a:ext cx="292000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Pipeline-Based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4628" y="2456855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34628" y="2753201"/>
            <a:ext cx="640270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834628" y="2892743"/>
            <a:ext cx="640270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target document domain and required entities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92829" y="2456855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92829" y="2753201"/>
            <a:ext cx="640282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392829" y="2892743"/>
            <a:ext cx="640282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structured configurations describing what must be extracted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34628" y="3463766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34628" y="3760113"/>
            <a:ext cx="640270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834628" y="3899654"/>
            <a:ext cx="640270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uploaded documents based on their format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92829" y="3463766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92829" y="3760113"/>
            <a:ext cx="640282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2829" y="3899654"/>
            <a:ext cx="640282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meaningful values from relevant content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4628" y="4470678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34628" y="4767024"/>
            <a:ext cx="6402705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834628" y="4906566"/>
            <a:ext cx="640270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comparison logic across extracted outputs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92829" y="4470678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92829" y="4767024"/>
            <a:ext cx="6402824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7392829" y="4906566"/>
            <a:ext cx="640282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final validation results through a user-friendly interface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4628" y="5555337"/>
            <a:ext cx="2621875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Configuration Strategy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4628" y="608207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hard-coding rules, CMSVS uses domain-specific configuration files tailored to each document type.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4628" y="653165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configurations include sections, entities, keywords, and computed fields.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4628" y="698123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approach was applied across two domains: Healthcare SBC and FUNSD forms.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4628" y="743081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combining structured domain definitions with automated extraction and comparison, we created a reliable validation workflow.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4835"/>
            <a:ext cx="5068491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575911"/>
            <a:ext cx="13216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CMSVS is designed as a modular system with three major layers: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6993" y="2083832"/>
            <a:ext cx="6518196" cy="1852493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1783" y="230862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31783" y="2732127"/>
            <a:ext cx="6068616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web interface for upload, selection, and result viewing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dashboard for document processing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05092" y="2083832"/>
            <a:ext cx="6518315" cy="1852493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9882" y="230862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9882" y="2732127"/>
            <a:ext cx="6068735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layer that receives requests and manages processing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endpoints for extraction and validation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6993" y="4116229"/>
            <a:ext cx="13216414" cy="3020497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1783" y="434101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Pipeline: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1783" y="4764524"/>
            <a:ext cx="12766834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ingestion and format detection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for text extraction from PDFs and scans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retrieval for section identification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extraction for entity recognition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 evaluation for computed fields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validation for document comparison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6993" y="7339132"/>
            <a:ext cx="13216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modular design gives each part of the workflow a clear role, making it easier to manage, test, and extend.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0172" y="419576"/>
            <a:ext cx="4059555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&amp; Core Components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280172" y="905708"/>
            <a:ext cx="8070056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working flow depends on the input type.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80172" y="1137761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 Paths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280172" y="1471136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PDF Path: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80172" y="1721644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80172" y="1905000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3280172" y="1993940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upload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80172" y="2283500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80172" y="2466856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3280172" y="2555796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reads page content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80172" y="2845356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80172" y="3028712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3280172" y="3117652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identifies the most relevant sections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80172" y="3407212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80172" y="3590568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3280172" y="3679508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Multimodal extraction identifies key values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80172" y="3969067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80172" y="4152424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3280172" y="4241363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 evaluation computes derived fields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0172" y="4530923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80172" y="4714280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3280172" y="4803219"/>
            <a:ext cx="3892391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validation compares outputs when two documents are provided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65457" y="1471136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Path: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65457" y="1721644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65457" y="1905000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7" name="Text 25"/>
          <p:cNvSpPr/>
          <p:nvPr/>
        </p:nvSpPr>
        <p:spPr>
          <a:xfrm>
            <a:off x="7465457" y="1993940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upload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65457" y="2283500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65457" y="2466856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0" name="Text 28"/>
          <p:cNvSpPr/>
          <p:nvPr/>
        </p:nvSpPr>
        <p:spPr>
          <a:xfrm>
            <a:off x="7465457" y="2555796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visual extraction of important information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65457" y="2845356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65457" y="3028712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3" name="Text 31"/>
          <p:cNvSpPr/>
          <p:nvPr/>
        </p:nvSpPr>
        <p:spPr>
          <a:xfrm>
            <a:off x="7465457" y="3117652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 evaluation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65457" y="3407212"/>
            <a:ext cx="233839" cy="146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65457" y="3590568"/>
            <a:ext cx="389239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36" name="Text 34"/>
          <p:cNvSpPr/>
          <p:nvPr/>
        </p:nvSpPr>
        <p:spPr>
          <a:xfrm>
            <a:off x="7465457" y="3679508"/>
            <a:ext cx="389239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validation if used in pairwise comparison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80172" y="5332333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Components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80172" y="5605462"/>
            <a:ext cx="4004905" cy="624840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2331" y="5737622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412331" y="5956459"/>
            <a:ext cx="3740587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text from PDFs and scans.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45323" y="5605462"/>
            <a:ext cx="4004905" cy="624840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7482" y="5737622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Dense Retrieval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477482" y="5956459"/>
            <a:ext cx="3740587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most relevant sections for downstream processing.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80172" y="6290548"/>
            <a:ext cx="4004905" cy="624840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12331" y="6422708"/>
            <a:ext cx="156686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Multimodal Extraction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412331" y="6641544"/>
            <a:ext cx="3740587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key values from text and visual inputs.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45323" y="6290548"/>
            <a:ext cx="4004905" cy="624840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77482" y="6422708"/>
            <a:ext cx="157567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Expression Evaluation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477482" y="6641544"/>
            <a:ext cx="3740587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derived fields from extracted data.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80172" y="6975634"/>
            <a:ext cx="8070056" cy="624840"/>
          </a:xfrm>
          <a:prstGeom prst="roundRect">
            <a:avLst>
              <a:gd name="adj" fmla="val 7862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12331" y="7107793"/>
            <a:ext cx="14619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Validation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412331" y="7326630"/>
            <a:ext cx="780573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Compares outputs when documents are processed together.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80172" y="7668220"/>
            <a:ext cx="8070056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unified approach handles everything from text-heavy PDFs to scanned or image-based documents in a single workflow.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5564"/>
            <a:ext cx="83700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Experience and Interface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679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available as a live hosted web application for demonstration and use.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71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user flow: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26552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620572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79487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a domain configuration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326552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620572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79487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confidence threshold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55461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09661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08396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one document for entity extraction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428548" y="455461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09661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7428548" y="508396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two documents for pairwise validation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84370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6198751"/>
            <a:ext cx="6407944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637305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extracted entities and validation summaries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84370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6198751"/>
            <a:ext cx="6408063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637305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matches, mismatches, and output reports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71611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easy to demonstrate and proves the project is deployment-ready—not just theoretical.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17458"/>
            <a:ext cx="7799665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and Evaluation Output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680567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CMSVS produces meaningful outputs that support both user understanding and project evaluation.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4260" y="230909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Outputs include: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744260" y="2940367"/>
            <a:ext cx="6471285" cy="1130141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9765" y="3175873"/>
            <a:ext cx="60002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entity extraction reports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14855" y="2940367"/>
            <a:ext cx="6471285" cy="1130141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50361" y="3175873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summaries showing matched and mismatched fields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4260" y="4269819"/>
            <a:ext cx="6471285" cy="1130141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765" y="4505325"/>
            <a:ext cx="60002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Confidence-based review indicators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14855" y="4269819"/>
            <a:ext cx="6471285" cy="1130141"/>
          </a:xfrm>
          <a:prstGeom prst="roundRect">
            <a:avLst>
              <a:gd name="adj" fmla="val 79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0361" y="4505325"/>
            <a:ext cx="600027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Evaluation-ready output for comparison with reference results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44260" y="569892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of results: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744260" y="6330196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1963" y="6399252"/>
            <a:ext cx="353675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quickly understand what was extracted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207913" y="6330196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5617" y="6399252"/>
            <a:ext cx="353675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differences become easier to identify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671566" y="6330196"/>
            <a:ext cx="478393" cy="478393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49270" y="6399252"/>
            <a:ext cx="353675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supports both practical usage and systematic evaluation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44260" y="7282577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outputs show how the system converts complex document content into something clear, useful, and easy to review.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3668"/>
            <a:ext cx="87425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and Key Takeaways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360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CMSVS delivers a complete hosted document validation product that covers the full journey from problem definition to deployment.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020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6965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0906" y="377023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addresses the real problem of slow and inconsistent manual document validation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36965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73008" y="3770233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uses a clear methodology based on configurable extraction and semantic comparison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6965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5111" y="377023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supports multiple document formats including PDFs and scanned images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6754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0906" y="5749171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produces structured outputs that help users review and validate documents efficiently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56884" y="56754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4000" y="5749171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deployed as a live system, demonstrating practical usability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73012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CMSVS demonstrates how a configurable multimodal pipeline can become a practical, scalable document validation solution ready for real-world use.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1638"/>
            <a:ext cx="202501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797243"/>
            <a:ext cx="17375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53847"/>
            <a:ext cx="62805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System Does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3027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CMSVS handles the full document validation lifecycle — from raw input to structured, actionable output.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20841"/>
            <a:ext cx="566976" cy="56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771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Entity Extraction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26172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named entities from PDFs and scanned or form images using multimodal processing.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920841"/>
            <a:ext cx="566976" cy="566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6884" y="3771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Pairwise Validation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56884" y="426172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Compares two documents for semantic consistency and flags mismatches.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441156"/>
            <a:ext cx="566976" cy="566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6291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Reports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6782038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 validation reports and M2 ground truth output for downstream evaluation.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441156"/>
            <a:ext cx="566976" cy="5669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56884" y="6291620"/>
            <a:ext cx="29294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 Configurable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7456884" y="6782038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configurable entity schemas for healthcare SBC and FUNSD form domains.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7685"/>
            <a:ext cx="1647230" cy="300276"/>
          </a:xfrm>
          <a:prstGeom prst="roundRect">
            <a:avLst>
              <a:gd name="adj" fmla="val 1943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1427917" y="579715"/>
            <a:ext cx="1438870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6 FOCUS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1063"/>
            <a:ext cx="6321028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&amp; Documentation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23737" y="357282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Delivered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3737" y="3976926"/>
            <a:ext cx="577953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6 centers on demonstrating a production-ready, fully documented system. The hosted backend and frontend are live, API endpoints are accessible, and the UI is usable by evaluators without local setup.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23737" y="5107543"/>
            <a:ext cx="5779532" cy="627936"/>
          </a:xfrm>
          <a:prstGeom prst="roundRect">
            <a:avLst>
              <a:gd name="adj" fmla="val 11616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330" y="5355431"/>
            <a:ext cx="217051" cy="173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87974" y="5283756"/>
            <a:ext cx="504170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Milestone 6 requirements satisfied.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513" y="1772722"/>
            <a:ext cx="5779532" cy="5779532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513" y="1772722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99505"/>
            <a:ext cx="279427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75109"/>
            <a:ext cx="25068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ACHIEVEMENTS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31714"/>
            <a:ext cx="7461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Achievements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80655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270" y="2411135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7621" y="2577346"/>
            <a:ext cx="340162" cy="3401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318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 Backend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380880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RESTful API for entity extraction and pairwise validation with structured JSON responses.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2380655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9027" y="2411135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498" y="2577346"/>
            <a:ext cx="340162" cy="3401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3318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 Frontend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85842" y="380880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UI for document upload, configuration selection, and result visualization.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018723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4270" y="5049203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7621" y="5215414"/>
            <a:ext cx="340162" cy="3401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084" y="5956459"/>
            <a:ext cx="3000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Hugging Face Spaces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051084" y="644687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hosted solution accessible via a public URL — no local installation required.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428548" y="5018723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59027" y="5049203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62498" y="5215414"/>
            <a:ext cx="340162" cy="3401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5842" y="5956459"/>
            <a:ext cx="3165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YAML Config Schemas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685842" y="644687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behavior is configurable via YAML domain schema files for flexible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611" y="560784"/>
            <a:ext cx="1671757" cy="357307"/>
          </a:xfrm>
          <a:prstGeom prst="roundRect">
            <a:avLst>
              <a:gd name="adj" fmla="val 1866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13673" y="620316"/>
            <a:ext cx="143363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4611" y="987504"/>
            <a:ext cx="51649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Flow &amp; Interface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699" y="1867972"/>
            <a:ext cx="10297001" cy="471261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1015" y="3044585"/>
            <a:ext cx="662052" cy="6620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1168" y="5461487"/>
            <a:ext cx="1933191" cy="37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endParaRPr lang="en-US" sz="2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7284" y="3045826"/>
            <a:ext cx="662053" cy="6620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14818" y="5461487"/>
            <a:ext cx="1933191" cy="37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</a:t>
            </a:r>
            <a:endParaRPr lang="en-US" sz="2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4176" y="3045826"/>
            <a:ext cx="662052" cy="6620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91709" y="5275285"/>
            <a:ext cx="1933191" cy="744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Config</a:t>
            </a:r>
            <a:endParaRPr lang="en-US" sz="2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7826" y="3045826"/>
            <a:ext cx="662052" cy="6620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715636" y="5461487"/>
            <a:ext cx="1933191" cy="37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</a:t>
            </a:r>
            <a:endParaRPr lang="en-US" sz="2300" dirty="0"/>
          </a:p>
        </p:txBody>
      </p:sp>
      <p:sp>
        <p:nvSpPr>
          <p:cNvPr id="14" name="Text 7"/>
          <p:cNvSpPr/>
          <p:nvPr/>
        </p:nvSpPr>
        <p:spPr>
          <a:xfrm>
            <a:off x="694611" y="6775847"/>
            <a:ext cx="1324117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interface supports two primary workflows: single-document entity extraction and two-document pairwise validation. Users configure the domain schema and confidence threshold before processing, then receive a structured summary of validation status, matched and mismatched fields, and review flags for manual inspection.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1453277" cy="315516"/>
          </a:xfrm>
          <a:prstGeom prst="roundRect">
            <a:avLst>
              <a:gd name="adj" fmla="val 18494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537" y="579715"/>
            <a:ext cx="1229678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6971705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Documentation &amp; Reproducibility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23737" y="299358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What's Documented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8864" y="3422868"/>
            <a:ext cx="260390" cy="26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87974" y="3414355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Contract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Backend endpoints are documented and accessible for programmatic integration.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8864" y="4218206"/>
            <a:ext cx="260390" cy="26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87974" y="4209693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Config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YAML schema files define entity types and validation rules per domain.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8864" y="5013543"/>
            <a:ext cx="260390" cy="2603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87974" y="5005030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Flow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hosted app provides a reproducible end-to-end demonstration.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8864" y="5808881"/>
            <a:ext cx="260390" cy="2603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87974" y="5800368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Compliance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Deployment satisfies all Milestone 6 product delivery requirements.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513" y="1780342"/>
            <a:ext cx="5779532" cy="57795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805815"/>
            <a:ext cx="1980724" cy="417314"/>
          </a:xfrm>
          <a:prstGeom prst="roundRect">
            <a:avLst>
              <a:gd name="adj" fmla="val 1797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5353" y="872728"/>
            <a:ext cx="171283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407" y="1310997"/>
            <a:ext cx="6039326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System Strengths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81407" y="2338387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is engineered for robustness and adaptability, excelling in critical areas of document processing and validation.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407" y="2939891"/>
            <a:ext cx="558165" cy="558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407" y="3772733"/>
            <a:ext cx="304835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Practical &amp; Deployable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81407" y="4253389"/>
            <a:ext cx="63963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hosted solution, ready for immediate use without complex local setup.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2479" y="2939891"/>
            <a:ext cx="558165" cy="558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2479" y="377273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Highly Configurable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7452479" y="4253389"/>
            <a:ext cx="63965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Adapts to diverse document types and validation rules via flexible YAML schemas.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407" y="5401628"/>
            <a:ext cx="558165" cy="558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1407" y="6234470"/>
            <a:ext cx="308431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Multimodal Integration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781407" y="6715125"/>
            <a:ext cx="63963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Unifies OCR, intelligent retrieval, and advanced extraction for comprehensive validation.</a:t>
            </a:r>
            <a:endParaRPr lang="en-US" sz="1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2479" y="5401628"/>
            <a:ext cx="558165" cy="558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52479" y="623447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Focus</a:t>
            </a:r>
            <a:endParaRPr lang="en-US" sz="2150" dirty="0"/>
          </a:p>
        </p:txBody>
      </p:sp>
      <p:sp>
        <p:nvSpPr>
          <p:cNvPr id="17" name="Text 11"/>
          <p:cNvSpPr/>
          <p:nvPr/>
        </p:nvSpPr>
        <p:spPr>
          <a:xfrm>
            <a:off x="7452479" y="6715125"/>
            <a:ext cx="63965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Specifically designed to address the challenges of real-world document validation scenarios.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07889"/>
            <a:ext cx="1211699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75874"/>
            <a:ext cx="9395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248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Summary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77379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CMSVS Milestone 6 delivers a live, hosted, end-to-end multimodal document validation product — combining OCR, retrieval, extraction, and semantic validation in a single deployable system.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754755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224" y="3989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🚀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Live Product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8224" y="447960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demo proves deployment and documentation completion.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754755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1396" y="39891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🔗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Integrated Stack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51396" y="447960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+ retrieval + multimodal extraction + semantic validation unified.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54755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4568" y="3989189"/>
            <a:ext cx="31882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Milestone Complete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4568" y="447960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M6 requirements for product delivery are satisfied.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057900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401991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34138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live demo: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https://jmethew765-ml4.hf.space/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2026-04-16T17:37:24Z</dcterms:created>
  <dcterms:modified xsi:type="dcterms:W3CDTF">2026-04-16T17:37:24Z</dcterms:modified>
</cp:coreProperties>
</file>